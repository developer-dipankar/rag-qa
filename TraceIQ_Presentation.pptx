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534"/>
    <p:restoredTop sz="94610"/>
  </p:normalViewPr>
  <p:slideViewPr>
    <p:cSldViewPr snapToGrid="0" snapToObjects="1">
      <p:cViewPr varScale="1">
        <p:scale>
          <a:sx n="169" d="100"/>
          <a:sy n="169" d="100"/>
        </p:scale>
        <p:origin x="192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92603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7EE787"/>
                </a:solidFill>
              </a:rPr>
              <a:t>🔍 Trace IQ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FA657"/>
                </a:solidFill>
              </a:rPr>
              <a:t>AI-Powered Log Analysis &amp; Regression Detection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7B72"/>
                </a:solidFill>
              </a:rPr>
              <a:t>🚀 Team: Quantum Coders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7EE787"/>
                </a:solidFill>
              </a:rPr>
              <a:t>🎯 The Problem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9D1D9"/>
                </a:solidFill>
              </a:rPr>
              <a:t>• Manual log analysis is time-consuming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21031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9D1D9"/>
                </a:solidFill>
              </a:rPr>
              <a:t>• Hard to pinpoint issues across Server, ML App, or Alloy Teams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27432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9D1D9"/>
                </a:solidFill>
              </a:rPr>
              <a:t>• Regression detection requires extensive manual effort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338328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9D1D9"/>
                </a:solidFill>
              </a:rPr>
              <a:t>• No standardized way to compare workflow executions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7EE787"/>
                </a:solidFill>
              </a:rPr>
              <a:t>💡 Our Solution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9D1D9"/>
                </a:solidFill>
              </a:rPr>
              <a:t>Trace IQ - An intelligent log analysis tool that: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9D1D9"/>
                </a:solidFill>
              </a:rPr>
              <a:t>• Compares Blue-Green workflow logs automatically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22860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9D1D9"/>
                </a:solidFill>
              </a:rPr>
              <a:t>• Uses AI-powered analysis (Llama 3 8B)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8346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9D1D9"/>
                </a:solidFill>
              </a:rPr>
              <a:t>• Provides root cause identification for errors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33832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9D1D9"/>
                </a:solidFill>
              </a:rPr>
              <a:t>• Detects regressions between baseline and validation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39319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9D1D9"/>
                </a:solidFill>
              </a:rPr>
              <a:t>• Functional workflow check with code repository integration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7EE787"/>
                </a:solidFill>
              </a:rPr>
              <a:t>🏗️ Architecture</a:t>
            </a:r>
            <a:endParaRPr lang="en-US" sz="3200" dirty="0"/>
          </a:p>
        </p:txBody>
      </p:sp>
      <p:pic>
        <p:nvPicPr>
          <p:cNvPr id="5" name="Picture 4" descr="A diagram of a software&#10;&#10;AI-generated content may be incorrect.">
            <a:extLst>
              <a:ext uri="{FF2B5EF4-FFF2-40B4-BE49-F238E27FC236}">
                <a16:creationId xmlns:a16="http://schemas.microsoft.com/office/drawing/2014/main" id="{C0C0D21D-9090-344E-B3DC-86B3D0E019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8212" y="924448"/>
            <a:ext cx="5607575" cy="379827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7EE787"/>
                </a:solidFill>
              </a:rPr>
              <a:t>🎯 Easy Root Cause Identification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8B949E"/>
                </a:solidFill>
              </a:rPr>
              <a:t>Pinpoint issues across Server, ML App, or Alloy Teams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9D1D9"/>
                </a:solidFill>
              </a:rPr>
              <a:t>• Detects error patterns from different services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21945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9D1D9"/>
                </a:solidFill>
              </a:rPr>
              <a:t>• Correlates failures with specific code files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7432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9D1D9"/>
                </a:solidFill>
              </a:rPr>
              <a:t>• Provides exact CSV line numbers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32918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9D1D9"/>
                </a:solidFill>
              </a:rPr>
              <a:t>• Categorizes errors (NULL_STATE, EXCEPTION, SESSION_ERROR)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7EE787"/>
                </a:solidFill>
              </a:rPr>
              <a:t>⚡ Faster and More Efficient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8B949E"/>
                </a:solidFill>
              </a:rPr>
              <a:t>Reduce debugging time from hours to minutes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9D1D9"/>
                </a:solidFill>
              </a:rPr>
              <a:t>• Automated Analysis - No manual log parsing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21945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9D1D9"/>
                </a:solidFill>
              </a:rPr>
              <a:t>• Intelligent Scoring - High-confidence errors prioritized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7432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9D1D9"/>
                </a:solidFill>
              </a:rPr>
              <a:t>• Repository Context - AI understands your codebase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32918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9D1D9"/>
                </a:solidFill>
              </a:rPr>
              <a:t>• One Command - Get comprehensive analysis instantly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7EE787"/>
                </a:solidFill>
              </a:rPr>
              <a:t>🔒 Secure &amp; Private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8B949E"/>
                </a:solidFill>
              </a:rPr>
              <a:t>Your data never leaves your environment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9D1D9"/>
                </a:solidFill>
              </a:rPr>
              <a:t>• Offline AI Model - Local Llama 3 via Ollama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21945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9D1D9"/>
                </a:solidFill>
              </a:rPr>
              <a:t>• No Data Exposure - Stays within infrastructure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7432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9D1D9"/>
                </a:solidFill>
              </a:rPr>
              <a:t>• No API Keys - Self-contained solution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32918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9D1D9"/>
                </a:solidFill>
              </a:rPr>
              <a:t>• Compliance Friendly - Meets privacy requirements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7EE787"/>
                </a:solidFill>
              </a:rPr>
              <a:t>🖥️ Sample Output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8229600" cy="3657600"/>
          </a:xfrm>
          <a:prstGeom prst="rect">
            <a:avLst/>
          </a:prstGeom>
          <a:solidFill>
            <a:srgbClr val="161B22"/>
          </a:solidFill>
          <a:ln/>
        </p:spPr>
        <p:txBody>
          <a:bodyPr wrap="square" lIns="254000" tIns="254000" rIns="254000" bIns="25400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### Root Cause Suggestions: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Line 35 in green.csv: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• Error: Session variable failure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• Related file: adk-services/config/adk.yml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Line 72 in green.csv: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• Error: Message delivery timeout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• Related file: moviusConnectTeams/src/SIP/MessageUtil.ts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### Confidence Level: HIGH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7EE787"/>
                </a:solidFill>
              </a:rPr>
              <a:t>🔮 Future Proposals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9D1D9"/>
                </a:solidFill>
              </a:rPr>
              <a:t>• Regression Automation Testing - CI/CD integration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9D1D9"/>
                </a:solidFill>
              </a:rPr>
              <a:t>• ELK API Integration - Direct log fetching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22860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9D1D9"/>
                </a:solidFill>
              </a:rPr>
              <a:t>• Web Dashboard - Interactive UI, error heatmaps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7889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9D1D9"/>
                </a:solidFill>
              </a:rPr>
              <a:t>• Alert System - Slack/Teams notifications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32918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9D1D9"/>
                </a:solidFill>
              </a:rPr>
              <a:t>• Multi-Workflow Support - Compare multiple workflows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37947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9D1D9"/>
                </a:solidFill>
              </a:rPr>
              <a:t>• Multi-Baseline Comparison - Multiple blue files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7EE787"/>
                </a:solidFill>
              </a:rPr>
              <a:t>Thank You!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FF7B72"/>
                </a:solidFill>
              </a:rPr>
              <a:t>🚀 Team Quantum Coders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378</Words>
  <Application>Microsoft Macintosh PowerPoint</Application>
  <PresentationFormat>On-screen Show (16:9)</PresentationFormat>
  <Paragraphs>65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Quantum Coders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Trace IQ - AI-Powered Log Analysis</dc:title>
  <dc:subject>PptxGenJS Presentation</dc:subject>
  <dc:creator>Team Quantum Coders</dc:creator>
  <cp:lastModifiedBy>Dipankar Naskar</cp:lastModifiedBy>
  <cp:revision>2</cp:revision>
  <dcterms:created xsi:type="dcterms:W3CDTF">2025-12-18T06:48:25Z</dcterms:created>
  <dcterms:modified xsi:type="dcterms:W3CDTF">2025-12-18T06:50:27Z</dcterms:modified>
</cp:coreProperties>
</file>